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sldIdLst>
    <p:sldId id="302" r:id="rId2"/>
    <p:sldId id="296" r:id="rId3"/>
    <p:sldId id="297" r:id="rId4"/>
    <p:sldId id="303" r:id="rId5"/>
    <p:sldId id="309" r:id="rId6"/>
    <p:sldId id="298" r:id="rId7"/>
    <p:sldId id="304" r:id="rId8"/>
    <p:sldId id="299" r:id="rId9"/>
    <p:sldId id="305" r:id="rId10"/>
    <p:sldId id="307" r:id="rId11"/>
    <p:sldId id="310" r:id="rId12"/>
    <p:sldId id="306" r:id="rId13"/>
    <p:sldId id="308" r:id="rId14"/>
    <p:sldId id="294" r:id="rId15"/>
    <p:sldId id="295" r:id="rId16"/>
  </p:sldIdLst>
  <p:sldSz cx="22860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9616"/>
    <a:srgbClr val="116D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50"/>
  </p:normalViewPr>
  <p:slideViewPr>
    <p:cSldViewPr snapToGrid="0" snapToObjects="1">
      <p:cViewPr varScale="1">
        <p:scale>
          <a:sx n="347" d="100"/>
          <a:sy n="347" d="100"/>
        </p:scale>
        <p:origin x="245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" y="374121"/>
            <a:ext cx="1943100" cy="795867"/>
          </a:xfrm>
        </p:spPr>
        <p:txBody>
          <a:bodyPr anchor="b"/>
          <a:lstStyle>
            <a:lvl1pPr algn="ctr"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1200679"/>
            <a:ext cx="1714500" cy="551921"/>
          </a:xfrm>
        </p:spPr>
        <p:txBody>
          <a:bodyPr/>
          <a:lstStyle>
            <a:lvl1pPr marL="0" indent="0" algn="ctr">
              <a:buNone/>
              <a:defRPr sz="600"/>
            </a:lvl1pPr>
            <a:lvl2pPr marL="114300" indent="0" algn="ctr">
              <a:buNone/>
              <a:defRPr sz="500"/>
            </a:lvl2pPr>
            <a:lvl3pPr marL="228600" indent="0" algn="ctr">
              <a:buNone/>
              <a:defRPr sz="450"/>
            </a:lvl3pPr>
            <a:lvl4pPr marL="342900" indent="0" algn="ctr">
              <a:buNone/>
              <a:defRPr sz="400"/>
            </a:lvl4pPr>
            <a:lvl5pPr marL="457200" indent="0" algn="ctr">
              <a:buNone/>
              <a:defRPr sz="400"/>
            </a:lvl5pPr>
            <a:lvl6pPr marL="571500" indent="0" algn="ctr">
              <a:buNone/>
              <a:defRPr sz="400"/>
            </a:lvl6pPr>
            <a:lvl7pPr marL="685800" indent="0" algn="ctr">
              <a:buNone/>
              <a:defRPr sz="400"/>
            </a:lvl7pPr>
            <a:lvl8pPr marL="800100" indent="0" algn="ctr">
              <a:buNone/>
              <a:defRPr sz="400"/>
            </a:lvl8pPr>
            <a:lvl9pPr marL="914400" indent="0" algn="ctr">
              <a:buNone/>
              <a:defRPr sz="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25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12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" y="569913"/>
            <a:ext cx="1971675" cy="950912"/>
          </a:xfrm>
        </p:spPr>
        <p:txBody>
          <a:bodyPr anchor="b"/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" y="1529822"/>
            <a:ext cx="1971675" cy="500062"/>
          </a:xfrm>
        </p:spPr>
        <p:txBody>
          <a:bodyPr/>
          <a:lstStyle>
            <a:lvl1pPr marL="0" indent="0">
              <a:buNone/>
              <a:defRPr sz="600">
                <a:solidFill>
                  <a:schemeClr val="tx1"/>
                </a:solidFill>
              </a:defRPr>
            </a:lvl1pPr>
            <a:lvl2pPr marL="114300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2pPr>
            <a:lvl3pPr marL="228600" indent="0">
              <a:buNone/>
              <a:defRPr sz="450">
                <a:solidFill>
                  <a:schemeClr val="tx1">
                    <a:tint val="75000"/>
                  </a:schemeClr>
                </a:solidFill>
              </a:defRPr>
            </a:lvl3pPr>
            <a:lvl4pPr marL="3429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4pPr>
            <a:lvl5pPr marL="4572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5pPr>
            <a:lvl6pPr marL="5715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6pPr>
            <a:lvl7pPr marL="6858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7pPr>
            <a:lvl8pPr marL="8001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8pPr>
            <a:lvl9pPr marL="9144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6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3" y="608542"/>
            <a:ext cx="97155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8" y="608542"/>
            <a:ext cx="97155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4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21709"/>
            <a:ext cx="1971675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" y="560388"/>
            <a:ext cx="967085" cy="274637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4300" indent="0">
              <a:buNone/>
              <a:defRPr sz="500" b="1"/>
            </a:lvl2pPr>
            <a:lvl3pPr marL="228600" indent="0">
              <a:buNone/>
              <a:defRPr sz="450" b="1"/>
            </a:lvl3pPr>
            <a:lvl4pPr marL="342900" indent="0">
              <a:buNone/>
              <a:defRPr sz="400" b="1"/>
            </a:lvl4pPr>
            <a:lvl5pPr marL="457200" indent="0">
              <a:buNone/>
              <a:defRPr sz="400" b="1"/>
            </a:lvl5pPr>
            <a:lvl6pPr marL="571500" indent="0">
              <a:buNone/>
              <a:defRPr sz="400" b="1"/>
            </a:lvl6pPr>
            <a:lvl7pPr marL="685800" indent="0">
              <a:buNone/>
              <a:defRPr sz="400" b="1"/>
            </a:lvl7pPr>
            <a:lvl8pPr marL="800100" indent="0">
              <a:buNone/>
              <a:defRPr sz="400" b="1"/>
            </a:lvl8pPr>
            <a:lvl9pPr marL="914400" indent="0">
              <a:buNone/>
              <a:defRPr sz="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" y="835025"/>
            <a:ext cx="967085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8" y="560388"/>
            <a:ext cx="971848" cy="274637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4300" indent="0">
              <a:buNone/>
              <a:defRPr sz="500" b="1"/>
            </a:lvl2pPr>
            <a:lvl3pPr marL="228600" indent="0">
              <a:buNone/>
              <a:defRPr sz="450" b="1"/>
            </a:lvl3pPr>
            <a:lvl4pPr marL="342900" indent="0">
              <a:buNone/>
              <a:defRPr sz="400" b="1"/>
            </a:lvl4pPr>
            <a:lvl5pPr marL="457200" indent="0">
              <a:buNone/>
              <a:defRPr sz="400" b="1"/>
            </a:lvl5pPr>
            <a:lvl6pPr marL="571500" indent="0">
              <a:buNone/>
              <a:defRPr sz="400" b="1"/>
            </a:lvl6pPr>
            <a:lvl7pPr marL="685800" indent="0">
              <a:buNone/>
              <a:defRPr sz="400" b="1"/>
            </a:lvl7pPr>
            <a:lvl8pPr marL="800100" indent="0">
              <a:buNone/>
              <a:defRPr sz="400" b="1"/>
            </a:lvl8pPr>
            <a:lvl9pPr marL="914400" indent="0">
              <a:buNone/>
              <a:defRPr sz="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8" y="835025"/>
            <a:ext cx="971848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0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13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52400"/>
            <a:ext cx="737295" cy="533400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" y="329142"/>
            <a:ext cx="1157288" cy="1624542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" y="685800"/>
            <a:ext cx="737295" cy="1270529"/>
          </a:xfrm>
        </p:spPr>
        <p:txBody>
          <a:bodyPr/>
          <a:lstStyle>
            <a:lvl1pPr marL="0" indent="0">
              <a:buNone/>
              <a:defRPr sz="400"/>
            </a:lvl1pPr>
            <a:lvl2pPr marL="114300" indent="0">
              <a:buNone/>
              <a:defRPr sz="350"/>
            </a:lvl2pPr>
            <a:lvl3pPr marL="228600" indent="0">
              <a:buNone/>
              <a:defRPr sz="300"/>
            </a:lvl3pPr>
            <a:lvl4pPr marL="342900" indent="0">
              <a:buNone/>
              <a:defRPr sz="250"/>
            </a:lvl4pPr>
            <a:lvl5pPr marL="457200" indent="0">
              <a:buNone/>
              <a:defRPr sz="250"/>
            </a:lvl5pPr>
            <a:lvl6pPr marL="571500" indent="0">
              <a:buNone/>
              <a:defRPr sz="250"/>
            </a:lvl6pPr>
            <a:lvl7pPr marL="685800" indent="0">
              <a:buNone/>
              <a:defRPr sz="250"/>
            </a:lvl7pPr>
            <a:lvl8pPr marL="800100" indent="0">
              <a:buNone/>
              <a:defRPr sz="250"/>
            </a:lvl8pPr>
            <a:lvl9pPr marL="914400" indent="0">
              <a:buNone/>
              <a:defRPr sz="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616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52400"/>
            <a:ext cx="737295" cy="533400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" y="329142"/>
            <a:ext cx="1157288" cy="1624542"/>
          </a:xfrm>
        </p:spPr>
        <p:txBody>
          <a:bodyPr anchor="t"/>
          <a:lstStyle>
            <a:lvl1pPr marL="0" indent="0">
              <a:buNone/>
              <a:defRPr sz="800"/>
            </a:lvl1pPr>
            <a:lvl2pPr marL="114300" indent="0">
              <a:buNone/>
              <a:defRPr sz="700"/>
            </a:lvl2pPr>
            <a:lvl3pPr marL="228600" indent="0">
              <a:buNone/>
              <a:defRPr sz="600"/>
            </a:lvl3pPr>
            <a:lvl4pPr marL="342900" indent="0">
              <a:buNone/>
              <a:defRPr sz="500"/>
            </a:lvl4pPr>
            <a:lvl5pPr marL="457200" indent="0">
              <a:buNone/>
              <a:defRPr sz="500"/>
            </a:lvl5pPr>
            <a:lvl6pPr marL="571500" indent="0">
              <a:buNone/>
              <a:defRPr sz="500"/>
            </a:lvl6pPr>
            <a:lvl7pPr marL="685800" indent="0">
              <a:buNone/>
              <a:defRPr sz="500"/>
            </a:lvl7pPr>
            <a:lvl8pPr marL="800100" indent="0">
              <a:buNone/>
              <a:defRPr sz="500"/>
            </a:lvl8pPr>
            <a:lvl9pPr marL="914400" indent="0">
              <a:buNone/>
              <a:defRPr sz="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" y="685800"/>
            <a:ext cx="737295" cy="1270529"/>
          </a:xfrm>
        </p:spPr>
        <p:txBody>
          <a:bodyPr/>
          <a:lstStyle>
            <a:lvl1pPr marL="0" indent="0">
              <a:buNone/>
              <a:defRPr sz="400"/>
            </a:lvl1pPr>
            <a:lvl2pPr marL="114300" indent="0">
              <a:buNone/>
              <a:defRPr sz="350"/>
            </a:lvl2pPr>
            <a:lvl3pPr marL="228600" indent="0">
              <a:buNone/>
              <a:defRPr sz="300"/>
            </a:lvl3pPr>
            <a:lvl4pPr marL="342900" indent="0">
              <a:buNone/>
              <a:defRPr sz="250"/>
            </a:lvl4pPr>
            <a:lvl5pPr marL="457200" indent="0">
              <a:buNone/>
              <a:defRPr sz="250"/>
            </a:lvl5pPr>
            <a:lvl6pPr marL="571500" indent="0">
              <a:buNone/>
              <a:defRPr sz="250"/>
            </a:lvl6pPr>
            <a:lvl7pPr marL="685800" indent="0">
              <a:buNone/>
              <a:defRPr sz="250"/>
            </a:lvl7pPr>
            <a:lvl8pPr marL="800100" indent="0">
              <a:buNone/>
              <a:defRPr sz="250"/>
            </a:lvl8pPr>
            <a:lvl9pPr marL="914400" indent="0">
              <a:buNone/>
              <a:defRPr sz="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9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16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9" y="121708"/>
            <a:ext cx="492919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3" y="121708"/>
            <a:ext cx="1450181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31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1107"/>
              <a:t>Title Text</a:t>
            </a:r>
          </a:p>
        </p:txBody>
      </p:sp>
      <p:sp>
        <p:nvSpPr>
          <p:cNvPr id="9" name="Shape 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554"/>
              <a:t>Body Level One</a:t>
            </a:r>
          </a:p>
          <a:p>
            <a:pPr lvl="1">
              <a:defRPr sz="1800"/>
            </a:pPr>
            <a:r>
              <a:rPr sz="554"/>
              <a:t>Body Level Two</a:t>
            </a:r>
          </a:p>
          <a:p>
            <a:pPr lvl="2">
              <a:defRPr sz="1800"/>
            </a:pPr>
            <a:r>
              <a:rPr sz="554"/>
              <a:t>Body Level Three</a:t>
            </a:r>
          </a:p>
          <a:p>
            <a:pPr lvl="3">
              <a:defRPr sz="1800"/>
            </a:pPr>
            <a:r>
              <a:rPr sz="554"/>
              <a:t>Body Level Four</a:t>
            </a:r>
          </a:p>
          <a:p>
            <a:pPr lvl="4">
              <a:defRPr sz="1800"/>
            </a:pPr>
            <a:r>
              <a:rPr sz="554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64867263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3" y="121709"/>
            <a:ext cx="1971675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3" y="608542"/>
            <a:ext cx="1971675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3" y="2118784"/>
            <a:ext cx="51435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38817-E892-7F40-9070-BDB41E64D9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8" y="2118784"/>
            <a:ext cx="771525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8" y="2118784"/>
            <a:ext cx="51435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69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2286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" indent="-57150" algn="l" defTabSz="2286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5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1ED0E-7F9F-AF52-83D1-561AE6D36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D1176A0-7E39-C44D-A3E8-164F1FAC2BAC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0265F1-A35A-1800-E607-D0C5BEC144A8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BC0DC9-1D3B-1AE9-1346-7A76626660EB}"/>
              </a:ext>
            </a:extLst>
          </p:cNvPr>
          <p:cNvSpPr txBox="1"/>
          <p:nvPr/>
        </p:nvSpPr>
        <p:spPr>
          <a:xfrm>
            <a:off x="52332" y="1445107"/>
            <a:ext cx="922953" cy="818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18" b="1" dirty="0">
                <a:latin typeface="Arial" charset="0"/>
                <a:ea typeface="Arial" charset="0"/>
                <a:cs typeface="Arial" charset="0"/>
              </a:rPr>
              <a:t>$0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7CC590-56A4-F2CD-CD5A-C01510A0C1E4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A045DD-76C6-71DE-25F5-20110FB1C880}"/>
              </a:ext>
            </a:extLst>
          </p:cNvPr>
          <p:cNvSpPr txBox="1"/>
          <p:nvPr/>
        </p:nvSpPr>
        <p:spPr>
          <a:xfrm>
            <a:off x="485914" y="818366"/>
            <a:ext cx="1314172" cy="636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$0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9C318C-6029-F745-536E-78E5847B0CBF}"/>
              </a:ext>
            </a:extLst>
          </p:cNvPr>
          <p:cNvSpPr txBox="1"/>
          <p:nvPr/>
        </p:nvSpPr>
        <p:spPr>
          <a:xfrm>
            <a:off x="1399380" y="-10807"/>
            <a:ext cx="922953" cy="818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18" b="1" dirty="0">
                <a:latin typeface="Arial" charset="0"/>
                <a:ea typeface="Arial" charset="0"/>
                <a:cs typeface="Arial" charset="0"/>
              </a:rPr>
              <a:t>$0</a:t>
            </a:r>
          </a:p>
        </p:txBody>
      </p:sp>
    </p:spTree>
    <p:extLst>
      <p:ext uri="{BB962C8B-B14F-4D97-AF65-F5344CB8AC3E}">
        <p14:creationId xmlns:p14="http://schemas.microsoft.com/office/powerpoint/2010/main" val="114972210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D166D-17E6-37A4-3861-5FBFCFBEE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A0FCB7-013A-22F1-5839-18EBAE61F962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0B27EDA-B690-6CF3-5237-BFC62FACA973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F4C860-6FB3-0070-0C2F-FC32AE632308}"/>
              </a:ext>
            </a:extLst>
          </p:cNvPr>
          <p:cNvSpPr txBox="1"/>
          <p:nvPr/>
        </p:nvSpPr>
        <p:spPr>
          <a:xfrm>
            <a:off x="42725" y="1414473"/>
            <a:ext cx="922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18" b="1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48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471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3CB1AC-9460-16F3-05D5-EA64D10DCA18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B3B4CE-7FE5-F29F-0FEE-80279F107783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C807B-78F1-179C-4DCA-7173C99F812A}"/>
              </a:ext>
            </a:extLst>
          </p:cNvPr>
          <p:cNvSpPr txBox="1"/>
          <p:nvPr/>
        </p:nvSpPr>
        <p:spPr>
          <a:xfrm>
            <a:off x="1388510" y="-46666"/>
            <a:ext cx="922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18" b="1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48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4718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88611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148E5-CB8B-04ED-86F8-DA8D7345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9B0EE83-BB48-56AF-01D8-598839BCAE27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77248B3-2F55-79B1-D3B2-2662EBFC72C9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9B3F17-5EDA-EA59-143C-4E6E7FF548A0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10¢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166B27-D721-5249-C367-151195CF3EDB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ECE993-E40A-416D-D112-EE23059B3363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10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28B27F-9AF1-99B3-1931-050D965E4A11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10¢</a:t>
            </a:r>
          </a:p>
        </p:txBody>
      </p:sp>
    </p:spTree>
    <p:extLst>
      <p:ext uri="{BB962C8B-B14F-4D97-AF65-F5344CB8AC3E}">
        <p14:creationId xmlns:p14="http://schemas.microsoft.com/office/powerpoint/2010/main" val="66733134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4F01-2C8B-2CAF-DC42-4EA7F5D34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3750241-4462-5330-ABD5-D75064F11E02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AEBDEFE-13F6-5BD3-1D69-5E9E9ADDC58A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375EB9-7306-5AF0-9602-4024E8F30B69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20¢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3859D5-D079-9897-6208-936516BFA8F4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428B87-0FA3-DD21-F9D3-8D3C3D928E1E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20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E8037-35DF-5C35-ED5C-67EB04814C22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20¢</a:t>
            </a:r>
          </a:p>
        </p:txBody>
      </p:sp>
    </p:spTree>
    <p:extLst>
      <p:ext uri="{BB962C8B-B14F-4D97-AF65-F5344CB8AC3E}">
        <p14:creationId xmlns:p14="http://schemas.microsoft.com/office/powerpoint/2010/main" val="347186191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1DF8-E407-7808-F272-E28B00288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FE8646D-2DDF-1F8F-2327-508A38C1DDFF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26C48AC-CE4B-3998-0679-3E4051136582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8BE56C-1CB4-BE85-FBF8-D4B09EBAE002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25¢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44EC1A-D87A-88B9-C921-2EAB8ECD4B45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A7F0B5-382E-7DD2-3145-58E364122D28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25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040960-BD2D-6082-2E57-FB13707C7EC6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25¢</a:t>
            </a:r>
          </a:p>
        </p:txBody>
      </p:sp>
    </p:spTree>
    <p:extLst>
      <p:ext uri="{BB962C8B-B14F-4D97-AF65-F5344CB8AC3E}">
        <p14:creationId xmlns:p14="http://schemas.microsoft.com/office/powerpoint/2010/main" val="311594923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430B5-362F-E5BE-E05F-28746C01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C24BDB9-B022-2045-878B-32730F4FF2DA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EF9FFD9-F896-2CCD-6010-D02E7CFCB13D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59B6B1-339F-8C48-9B44-2F0D43797A16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30¢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F38CE0-4CAB-FD9F-873C-F30A6AAC7528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27D5BA-EDC4-2DB3-D61D-A1E9EC36602E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30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4983A3-47B7-F5BE-E4C3-768D18F9D7DF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30¢</a:t>
            </a:r>
          </a:p>
        </p:txBody>
      </p:sp>
    </p:spTree>
    <p:extLst>
      <p:ext uri="{BB962C8B-B14F-4D97-AF65-F5344CB8AC3E}">
        <p14:creationId xmlns:p14="http://schemas.microsoft.com/office/powerpoint/2010/main" val="84544766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3BE4B-EDF8-5828-315A-E94D056CD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573833B-88F3-5C93-E5EE-A369B09D774E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D810F88-1A1D-4476-2A87-A22092B0D7F2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D35E-31EC-5BA6-1AFD-ECFE3963281D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40¢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571F6F-F479-5904-75E1-339C7EC6F63A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706D16-0F08-5EB0-04B2-6FEDF7C7A394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40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F30D0D-EC28-05EE-1196-9E51A1EA1E70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40¢</a:t>
            </a:r>
          </a:p>
        </p:txBody>
      </p:sp>
    </p:spTree>
    <p:extLst>
      <p:ext uri="{BB962C8B-B14F-4D97-AF65-F5344CB8AC3E}">
        <p14:creationId xmlns:p14="http://schemas.microsoft.com/office/powerpoint/2010/main" val="229492375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F3CEA-8EA3-EF9D-23F1-E4C4470BE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925ACC3-63F6-7FC6-9E2E-336ABEC20A6A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7E74DA1-149F-B27C-CBC0-689317B2D574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153F50-0A72-5C4C-592C-CE14F9FC9102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50¢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C47C89-DC44-DC92-1187-63276A260B5B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97B8D4-D4D5-EB7A-C9EB-2E6B88CE51FA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50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3C3A3A-599C-A4CE-6DB2-EFA0B7472A10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50¢</a:t>
            </a:r>
          </a:p>
        </p:txBody>
      </p:sp>
    </p:spTree>
    <p:extLst>
      <p:ext uri="{BB962C8B-B14F-4D97-AF65-F5344CB8AC3E}">
        <p14:creationId xmlns:p14="http://schemas.microsoft.com/office/powerpoint/2010/main" val="311826528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9BCC-7FF1-29B0-A932-BBD1FA711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380023E-4280-338C-6E25-C812794318EF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23D02BC-2544-56BB-A107-EEAB65D83FAC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7EB344-4375-3B04-E5C6-AF4249388F3B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60¢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EAF39D-82D0-0F00-0CD6-EC550BE06228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145890-4DC0-D706-98F9-27AE71EE111C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60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EF09F1-DDD6-1FDE-EF3C-DAFFFFC813AE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60¢</a:t>
            </a:r>
          </a:p>
        </p:txBody>
      </p:sp>
    </p:spTree>
    <p:extLst>
      <p:ext uri="{BB962C8B-B14F-4D97-AF65-F5344CB8AC3E}">
        <p14:creationId xmlns:p14="http://schemas.microsoft.com/office/powerpoint/2010/main" val="198811892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4BBB8-7970-4B64-3BDE-97204AB3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F42EDC6-FAAF-C800-3DC2-DF4AF38F972C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987BB0-B799-CEF1-3E9D-D81D60CB13B7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41178D-7095-866D-DF95-037AAF990B48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70¢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741C2E-2981-90C4-17C8-972E7B94BD93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85D8CD-C49C-28E7-B548-D05632FE3D44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70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B68E59-ECE5-C2A3-BE9F-49AA446BF7F5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70¢</a:t>
            </a:r>
          </a:p>
        </p:txBody>
      </p:sp>
    </p:spTree>
    <p:extLst>
      <p:ext uri="{BB962C8B-B14F-4D97-AF65-F5344CB8AC3E}">
        <p14:creationId xmlns:p14="http://schemas.microsoft.com/office/powerpoint/2010/main" val="236923582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2504-B5C6-7CB2-312A-80F6BADB7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53B278-1258-6970-E442-4B37F8EAD99A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9F7001-EFE0-E6AD-A3D2-40FA9E5A0B7A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BD25E8-3F82-1984-EDD3-82AF55CCDE0A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75¢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0B9B2A-F18E-80F0-C72F-551A68E5F979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DAAD84-550C-52CD-A270-E25E8640EEB4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75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9A2DD5-6F00-EB56-7165-F135C19827D3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Arial" charset="0"/>
                <a:ea typeface="Arial" charset="0"/>
                <a:cs typeface="Arial" charset="0"/>
              </a:rPr>
              <a:t>75¢</a:t>
            </a:r>
            <a:endParaRPr lang="en-US" sz="40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4740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CB3FE-B09D-1485-E331-4D479553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8AF464A-1A81-8270-F6C0-155B2E654157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0DC8B4B-63E2-B733-A550-851C62C8CCBC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B62F9B-B3FB-59CD-0520-59DD45AFB9AF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80¢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5D98AC-358F-B393-B329-F5B07525A910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3CE5E0-CED1-B749-C9AE-CB459109E57E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80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9212AD-8FC4-FD57-DCCC-E1DE3B90173F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80¢</a:t>
            </a:r>
          </a:p>
        </p:txBody>
      </p:sp>
    </p:spTree>
    <p:extLst>
      <p:ext uri="{BB962C8B-B14F-4D97-AF65-F5344CB8AC3E}">
        <p14:creationId xmlns:p14="http://schemas.microsoft.com/office/powerpoint/2010/main" val="78399918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68A09-6C61-189E-AC37-E733CA328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CE22606-8EAB-275D-0C74-D5BD20E0A05F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D000F2F-4864-9E64-EC7C-89B55D9BA24E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77F013-726D-3188-787C-D4791DDC562C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90¢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3B4BD2-99E8-421C-409E-21A406BB9ED4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6314B8-30EE-53C4-FFBC-E56A891632B9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90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E5D019-62C3-9AE9-0A20-CFF366FB73B0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90¢</a:t>
            </a:r>
          </a:p>
        </p:txBody>
      </p:sp>
    </p:spTree>
    <p:extLst>
      <p:ext uri="{BB962C8B-B14F-4D97-AF65-F5344CB8AC3E}">
        <p14:creationId xmlns:p14="http://schemas.microsoft.com/office/powerpoint/2010/main" val="33800929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C0966-0EE7-03FB-A066-B2658E959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25D5A8-9E10-B98C-2468-56A3161EFCF0}"/>
              </a:ext>
            </a:extLst>
          </p:cNvPr>
          <p:cNvSpPr/>
          <p:nvPr/>
        </p:nvSpPr>
        <p:spPr>
          <a:xfrm>
            <a:off x="-1" y="1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E93C440-0074-A982-6AFA-F88BFA730BEB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5D42B2-83C0-016B-6CF1-30421DF7DDEA}"/>
              </a:ext>
            </a:extLst>
          </p:cNvPr>
          <p:cNvSpPr txBox="1"/>
          <p:nvPr/>
        </p:nvSpPr>
        <p:spPr>
          <a:xfrm>
            <a:off x="52332" y="1444325"/>
            <a:ext cx="922953" cy="818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18" b="1" dirty="0">
                <a:latin typeface="Arial" charset="0"/>
                <a:ea typeface="Arial" charset="0"/>
                <a:cs typeface="Arial" charset="0"/>
              </a:rPr>
              <a:t>$1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D04F0A-6371-8306-4199-7F4644F05C81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C27C8C-DE1D-204C-9065-1B8F3484477C}"/>
              </a:ext>
            </a:extLst>
          </p:cNvPr>
          <p:cNvSpPr txBox="1"/>
          <p:nvPr/>
        </p:nvSpPr>
        <p:spPr>
          <a:xfrm>
            <a:off x="485913" y="818367"/>
            <a:ext cx="1314172" cy="636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$1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7E7553-C36F-987D-E195-4225C2A40FDB}"/>
              </a:ext>
            </a:extLst>
          </p:cNvPr>
          <p:cNvSpPr txBox="1"/>
          <p:nvPr/>
        </p:nvSpPr>
        <p:spPr>
          <a:xfrm>
            <a:off x="1400187" y="-10806"/>
            <a:ext cx="922953" cy="818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18" b="1" dirty="0">
                <a:latin typeface="Arial" charset="0"/>
                <a:ea typeface="Arial" charset="0"/>
                <a:cs typeface="Arial" charset="0"/>
              </a:rPr>
              <a:t>$1</a:t>
            </a:r>
          </a:p>
        </p:txBody>
      </p:sp>
    </p:spTree>
    <p:extLst>
      <p:ext uri="{BB962C8B-B14F-4D97-AF65-F5344CB8AC3E}">
        <p14:creationId xmlns:p14="http://schemas.microsoft.com/office/powerpoint/2010/main" val="76235269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F83A7-2BEE-30F7-F3F3-75AF3904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4E3A798-B204-F68A-2CAA-5F4881F1EE0E}"/>
              </a:ext>
            </a:extLst>
          </p:cNvPr>
          <p:cNvSpPr/>
          <p:nvPr/>
        </p:nvSpPr>
        <p:spPr>
          <a:xfrm>
            <a:off x="-1" y="1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190F250-CC24-215F-AAAA-DEE7EF12971A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EE5359E-3040-6B75-379D-55581578C09F}"/>
              </a:ext>
            </a:extLst>
          </p:cNvPr>
          <p:cNvSpPr/>
          <p:nvPr/>
        </p:nvSpPr>
        <p:spPr>
          <a:xfrm>
            <a:off x="169782" y="169782"/>
            <a:ext cx="1946436" cy="19464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</p:spTree>
    <p:extLst>
      <p:ext uri="{BB962C8B-B14F-4D97-AF65-F5344CB8AC3E}">
        <p14:creationId xmlns:p14="http://schemas.microsoft.com/office/powerpoint/2010/main" val="34383268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230</TotalTime>
  <Words>84</Words>
  <Application>Microsoft Macintosh PowerPoint</Application>
  <PresentationFormat>Custom</PresentationFormat>
  <Paragraphs>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Nicholas</dc:creator>
  <cp:lastModifiedBy>Chris Iyer</cp:lastModifiedBy>
  <cp:revision>63</cp:revision>
  <dcterms:created xsi:type="dcterms:W3CDTF">2019-12-20T18:01:30Z</dcterms:created>
  <dcterms:modified xsi:type="dcterms:W3CDTF">2026-06-03T19:44:13Z</dcterms:modified>
</cp:coreProperties>
</file>